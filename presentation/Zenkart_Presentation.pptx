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09A8BE-8476-4F0C-95A4-D2ADAAC4374C}" v="142" dt="2025-11-23T19:18:03.418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l Darji" userId="60d58892a1697365" providerId="LiveId" clId="{906FD465-4F1D-4762-949F-4FCD51B588BC}"/>
    <pc:docChg chg="undo redo custSel addSld delSld modSld addMainMaster delMainMaster">
      <pc:chgData name="Sujal Darji" userId="60d58892a1697365" providerId="LiveId" clId="{906FD465-4F1D-4762-949F-4FCD51B588BC}" dt="2025-11-23T19:34:19.102" v="1158" actId="1038"/>
      <pc:docMkLst>
        <pc:docMk/>
      </pc:docMkLst>
      <pc:sldChg chg="addSp delSp modSp new mod setBg modClrScheme addAnim delAnim modAnim setClrOvrMap chgLayout">
        <pc:chgData name="Sujal Darji" userId="60d58892a1697365" providerId="LiveId" clId="{906FD465-4F1D-4762-949F-4FCD51B588BC}" dt="2025-11-23T19:10:02.920" v="897" actId="12"/>
        <pc:sldMkLst>
          <pc:docMk/>
          <pc:sldMk cId="1814957768" sldId="256"/>
        </pc:sldMkLst>
        <pc:spChg chg="mod">
          <ac:chgData name="Sujal Darji" userId="60d58892a1697365" providerId="LiveId" clId="{906FD465-4F1D-4762-949F-4FCD51B588BC}" dt="2025-11-23T18:21:06.464" v="544" actId="1076"/>
          <ac:spMkLst>
            <pc:docMk/>
            <pc:sldMk cId="1814957768" sldId="256"/>
            <ac:spMk id="2" creationId="{7872C72B-6D8A-49C4-7A9C-1B606497C20F}"/>
          </ac:spMkLst>
        </pc:spChg>
        <pc:spChg chg="del mod">
          <ac:chgData name="Sujal Darji" userId="60d58892a1697365" providerId="LiveId" clId="{906FD465-4F1D-4762-949F-4FCD51B588BC}" dt="2025-11-23T17:17:42.936" v="26"/>
          <ac:spMkLst>
            <pc:docMk/>
            <pc:sldMk cId="1814957768" sldId="256"/>
            <ac:spMk id="3" creationId="{3196D1EC-8A54-834E-F1AD-C7F034481793}"/>
          </ac:spMkLst>
        </pc:spChg>
        <pc:spChg chg="add del">
          <ac:chgData name="Sujal Darji" userId="60d58892a1697365" providerId="LiveId" clId="{906FD465-4F1D-4762-949F-4FCD51B588BC}" dt="2025-11-23T17:14:57.109" v="16" actId="26606"/>
          <ac:spMkLst>
            <pc:docMk/>
            <pc:sldMk cId="1814957768" sldId="256"/>
            <ac:spMk id="5" creationId="{D1BA7680-B1FB-4B6B-2155-45DD5D6C4CF8}"/>
          </ac:spMkLst>
        </pc:spChg>
        <pc:spChg chg="add del">
          <ac:chgData name="Sujal Darji" userId="60d58892a1697365" providerId="LiveId" clId="{906FD465-4F1D-4762-949F-4FCD51B588BC}" dt="2025-11-23T17:14:57.109" v="16" actId="26606"/>
          <ac:spMkLst>
            <pc:docMk/>
            <pc:sldMk cId="1814957768" sldId="256"/>
            <ac:spMk id="7" creationId="{A9CCD9CD-49AE-3D3E-923B-81ECD3FBF75F}"/>
          </ac:spMkLst>
        </pc:spChg>
        <pc:spChg chg="add">
          <ac:chgData name="Sujal Darji" userId="60d58892a1697365" providerId="LiveId" clId="{906FD465-4F1D-4762-949F-4FCD51B588BC}" dt="2025-11-23T17:17:30.952" v="21"/>
          <ac:spMkLst>
            <pc:docMk/>
            <pc:sldMk cId="1814957768" sldId="256"/>
            <ac:spMk id="8" creationId="{35541FB2-EABA-4C5A-8AB7-F01BB2F0FB26}"/>
          </ac:spMkLst>
        </pc:spChg>
        <pc:spChg chg="add del">
          <ac:chgData name="Sujal Darji" userId="60d58892a1697365" providerId="LiveId" clId="{906FD465-4F1D-4762-949F-4FCD51B588BC}" dt="2025-11-23T17:14:26.948" v="14" actId="26606"/>
          <ac:spMkLst>
            <pc:docMk/>
            <pc:sldMk cId="1814957768" sldId="256"/>
            <ac:spMk id="9" creationId="{33E93247-6229-44AB-A550-739E971E690B}"/>
          </ac:spMkLst>
        </pc:spChg>
        <pc:spChg chg="add del">
          <ac:chgData name="Sujal Darji" userId="60d58892a1697365" providerId="LiveId" clId="{906FD465-4F1D-4762-949F-4FCD51B588BC}" dt="2025-11-23T17:17:33.621" v="23" actId="26606"/>
          <ac:spMkLst>
            <pc:docMk/>
            <pc:sldMk cId="1814957768" sldId="256"/>
            <ac:spMk id="10" creationId="{B7E2F724-2FB3-4D1D-A730-739B8654C030}"/>
          </ac:spMkLst>
        </pc:spChg>
        <pc:spChg chg="add del">
          <ac:chgData name="Sujal Darji" userId="60d58892a1697365" providerId="LiveId" clId="{906FD465-4F1D-4762-949F-4FCD51B588BC}" dt="2025-11-23T17:17:33.621" v="23" actId="26606"/>
          <ac:spMkLst>
            <pc:docMk/>
            <pc:sldMk cId="1814957768" sldId="256"/>
            <ac:spMk id="14" creationId="{B2C335F7-F61C-4EB4-80F2-4B1438FE66BB}"/>
          </ac:spMkLst>
        </pc:spChg>
        <pc:spChg chg="add">
          <ac:chgData name="Sujal Darji" userId="60d58892a1697365" providerId="LiveId" clId="{906FD465-4F1D-4762-949F-4FCD51B588BC}" dt="2025-11-23T17:17:36.011" v="24"/>
          <ac:spMkLst>
            <pc:docMk/>
            <pc:sldMk cId="1814957768" sldId="256"/>
            <ac:spMk id="15" creationId="{C7ECD06F-9547-A2FA-A81A-845EB3BC19F4}"/>
          </ac:spMkLst>
        </pc:spChg>
        <pc:spChg chg="add mod">
          <ac:chgData name="Sujal Darji" userId="60d58892a1697365" providerId="LiveId" clId="{906FD465-4F1D-4762-949F-4FCD51B588BC}" dt="2025-11-23T19:10:02.920" v="897" actId="12"/>
          <ac:spMkLst>
            <pc:docMk/>
            <pc:sldMk cId="1814957768" sldId="256"/>
            <ac:spMk id="16" creationId="{5F34CCC2-69F1-AC55-DA4B-EE929527E737}"/>
          </ac:spMkLst>
        </pc:spChg>
        <pc:spChg chg="add del">
          <ac:chgData name="Sujal Darji" userId="60d58892a1697365" providerId="LiveId" clId="{906FD465-4F1D-4762-949F-4FCD51B588BC}" dt="2025-11-23T17:15:47.653" v="20" actId="26606"/>
          <ac:spMkLst>
            <pc:docMk/>
            <pc:sldMk cId="1814957768" sldId="256"/>
            <ac:spMk id="19" creationId="{B7E2F724-2FB3-4D1D-A730-739B8654C030}"/>
          </ac:spMkLst>
        </pc:spChg>
        <pc:spChg chg="add del">
          <ac:chgData name="Sujal Darji" userId="60d58892a1697365" providerId="LiveId" clId="{906FD465-4F1D-4762-949F-4FCD51B588BC}" dt="2025-11-23T17:15:47.653" v="20" actId="26606"/>
          <ac:spMkLst>
            <pc:docMk/>
            <pc:sldMk cId="1814957768" sldId="256"/>
            <ac:spMk id="21" creationId="{B2C335F7-F61C-4EB4-80F2-4B1438FE66BB}"/>
          </ac:spMkLst>
        </pc:spChg>
        <pc:picChg chg="add del">
          <ac:chgData name="Sujal Darji" userId="60d58892a1697365" providerId="LiveId" clId="{906FD465-4F1D-4762-949F-4FCD51B588BC}" dt="2025-11-23T17:14:26.948" v="14" actId="26606"/>
          <ac:picMkLst>
            <pc:docMk/>
            <pc:sldMk cId="1814957768" sldId="256"/>
            <ac:picMk id="4" creationId="{9F717D27-0777-4A5E-4A52-AC02287C701D}"/>
          </ac:picMkLst>
        </pc:picChg>
        <pc:picChg chg="add del">
          <ac:chgData name="Sujal Darji" userId="60d58892a1697365" providerId="LiveId" clId="{906FD465-4F1D-4762-949F-4FCD51B588BC}" dt="2025-11-23T17:14:57.109" v="16" actId="26606"/>
          <ac:picMkLst>
            <pc:docMk/>
            <pc:sldMk cId="1814957768" sldId="256"/>
            <ac:picMk id="6" creationId="{68EF7568-1CE9-FD6B-9A8D-160EA1883B24}"/>
          </ac:picMkLst>
        </pc:picChg>
        <pc:picChg chg="add del">
          <ac:chgData name="Sujal Darji" userId="60d58892a1697365" providerId="LiveId" clId="{906FD465-4F1D-4762-949F-4FCD51B588BC}" dt="2025-11-23T17:17:33.621" v="23" actId="26606"/>
          <ac:picMkLst>
            <pc:docMk/>
            <pc:sldMk cId="1814957768" sldId="256"/>
            <ac:picMk id="12" creationId="{33827AE1-724D-F43B-70B6-7C64F1F8240D}"/>
          </ac:picMkLst>
        </pc:picChg>
        <pc:cxnChg chg="add del">
          <ac:chgData name="Sujal Darji" userId="60d58892a1697365" providerId="LiveId" clId="{906FD465-4F1D-4762-949F-4FCD51B588BC}" dt="2025-11-23T17:14:26.948" v="14" actId="26606"/>
          <ac:cxnSpMkLst>
            <pc:docMk/>
            <pc:sldMk cId="1814957768" sldId="256"/>
            <ac:cxnSpMk id="11" creationId="{EE2E603F-4A95-4FE8-BB06-211DFD75DBEF}"/>
          </ac:cxnSpMkLst>
        </pc:cxnChg>
        <pc:cxnChg chg="add del">
          <ac:chgData name="Sujal Darji" userId="60d58892a1697365" providerId="LiveId" clId="{906FD465-4F1D-4762-949F-4FCD51B588BC}" dt="2025-11-23T17:14:26.948" v="14" actId="26606"/>
          <ac:cxnSpMkLst>
            <pc:docMk/>
            <pc:sldMk cId="1814957768" sldId="256"/>
            <ac:cxnSpMk id="13" creationId="{2CF06E40-3ECB-4820-95B5-8A70B07D4B47}"/>
          </ac:cxnSpMkLst>
        </pc:cxnChg>
      </pc:sldChg>
      <pc:sldChg chg="new del">
        <pc:chgData name="Sujal Darji" userId="60d58892a1697365" providerId="LiveId" clId="{906FD465-4F1D-4762-949F-4FCD51B588BC}" dt="2025-11-23T17:17:33.256" v="22" actId="680"/>
        <pc:sldMkLst>
          <pc:docMk/>
          <pc:sldMk cId="978532741" sldId="257"/>
        </pc:sldMkLst>
      </pc:sldChg>
      <pc:sldChg chg="addSp delSp modSp new mod modAnim">
        <pc:chgData name="Sujal Darji" userId="60d58892a1697365" providerId="LiveId" clId="{906FD465-4F1D-4762-949F-4FCD51B588BC}" dt="2025-11-23T19:09:53.760" v="895" actId="123"/>
        <pc:sldMkLst>
          <pc:docMk/>
          <pc:sldMk cId="2750774268" sldId="257"/>
        </pc:sldMkLst>
        <pc:spChg chg="add mod">
          <ac:chgData name="Sujal Darji" userId="60d58892a1697365" providerId="LiveId" clId="{906FD465-4F1D-4762-949F-4FCD51B588BC}" dt="2025-11-23T18:21:27.057" v="548" actId="1076"/>
          <ac:spMkLst>
            <pc:docMk/>
            <pc:sldMk cId="2750774268" sldId="257"/>
            <ac:spMk id="2" creationId="{72B2489B-050A-3373-3338-68FF2E38B228}"/>
          </ac:spMkLst>
        </pc:spChg>
        <pc:spChg chg="add">
          <ac:chgData name="Sujal Darji" userId="60d58892a1697365" providerId="LiveId" clId="{906FD465-4F1D-4762-949F-4FCD51B588BC}" dt="2025-11-23T17:23:33.469" v="168"/>
          <ac:spMkLst>
            <pc:docMk/>
            <pc:sldMk cId="2750774268" sldId="257"/>
            <ac:spMk id="3" creationId="{6C885823-C6D1-8A16-C771-A37F36CE013B}"/>
          </ac:spMkLst>
        </pc:spChg>
        <pc:spChg chg="add del mod">
          <ac:chgData name="Sujal Darji" userId="60d58892a1697365" providerId="LiveId" clId="{906FD465-4F1D-4762-949F-4FCD51B588BC}" dt="2025-11-23T17:23:56.255" v="172" actId="478"/>
          <ac:spMkLst>
            <pc:docMk/>
            <pc:sldMk cId="2750774268" sldId="257"/>
            <ac:spMk id="4" creationId="{B809C2BF-7D56-FA2D-28E0-48BB2EB3332C}"/>
          </ac:spMkLst>
        </pc:spChg>
        <pc:spChg chg="add">
          <ac:chgData name="Sujal Darji" userId="60d58892a1697365" providerId="LiveId" clId="{906FD465-4F1D-4762-949F-4FCD51B588BC}" dt="2025-11-23T17:23:47.161" v="170"/>
          <ac:spMkLst>
            <pc:docMk/>
            <pc:sldMk cId="2750774268" sldId="257"/>
            <ac:spMk id="5" creationId="{FF546FC2-549E-7EF8-426C-9AF22C1D006B}"/>
          </ac:spMkLst>
        </pc:spChg>
        <pc:spChg chg="add mod">
          <ac:chgData name="Sujal Darji" userId="60d58892a1697365" providerId="LiveId" clId="{906FD465-4F1D-4762-949F-4FCD51B588BC}" dt="2025-11-23T19:09:53.760" v="895" actId="123"/>
          <ac:spMkLst>
            <pc:docMk/>
            <pc:sldMk cId="2750774268" sldId="257"/>
            <ac:spMk id="6" creationId="{7EE945D4-C6E7-5E05-C9F7-AC8EFDC686AD}"/>
          </ac:spMkLst>
        </pc:spChg>
        <pc:spChg chg="add mod">
          <ac:chgData name="Sujal Darji" userId="60d58892a1697365" providerId="LiveId" clId="{906FD465-4F1D-4762-949F-4FCD51B588BC}" dt="2025-11-23T17:42:46.703" v="346" actId="1035"/>
          <ac:spMkLst>
            <pc:docMk/>
            <pc:sldMk cId="2750774268" sldId="257"/>
            <ac:spMk id="10" creationId="{302FC47F-BED8-7566-D163-542343EC4253}"/>
          </ac:spMkLst>
        </pc:spChg>
        <pc:spChg chg="add mod">
          <ac:chgData name="Sujal Darji" userId="60d58892a1697365" providerId="LiveId" clId="{906FD465-4F1D-4762-949F-4FCD51B588BC}" dt="2025-11-23T17:43:06.527" v="349" actId="164"/>
          <ac:spMkLst>
            <pc:docMk/>
            <pc:sldMk cId="2750774268" sldId="257"/>
            <ac:spMk id="14" creationId="{10D18545-E962-3D2B-0712-DF147198F358}"/>
          </ac:spMkLst>
        </pc:spChg>
        <pc:grpChg chg="add mod ord">
          <ac:chgData name="Sujal Darji" userId="60d58892a1697365" providerId="LiveId" clId="{906FD465-4F1D-4762-949F-4FCD51B588BC}" dt="2025-11-23T17:41:54.405" v="277" actId="171"/>
          <ac:grpSpMkLst>
            <pc:docMk/>
            <pc:sldMk cId="2750774268" sldId="257"/>
            <ac:grpSpMk id="11" creationId="{773EF9E0-B965-6999-C8A1-85370D6D6580}"/>
          </ac:grpSpMkLst>
        </pc:grpChg>
        <pc:grpChg chg="add mod">
          <ac:chgData name="Sujal Darji" userId="60d58892a1697365" providerId="LiveId" clId="{906FD465-4F1D-4762-949F-4FCD51B588BC}" dt="2025-11-23T17:44:40.946" v="353" actId="1076"/>
          <ac:grpSpMkLst>
            <pc:docMk/>
            <pc:sldMk cId="2750774268" sldId="257"/>
            <ac:grpSpMk id="15" creationId="{914CEB82-EEB0-A015-AEFE-D506D3182BFD}"/>
          </ac:grpSpMkLst>
        </pc:grpChg>
        <pc:graphicFrameChg chg="add del">
          <ac:chgData name="Sujal Darji" userId="60d58892a1697365" providerId="LiveId" clId="{906FD465-4F1D-4762-949F-4FCD51B588BC}" dt="2025-11-23T17:26:47.912" v="187" actId="478"/>
          <ac:graphicFrameMkLst>
            <pc:docMk/>
            <pc:sldMk cId="2750774268" sldId="257"/>
            <ac:graphicFrameMk id="9" creationId="{BF0DFD6C-E785-5B31-60E3-D1AF706E9036}"/>
          </ac:graphicFrameMkLst>
        </pc:graphicFrameChg>
        <pc:picChg chg="add mod">
          <ac:chgData name="Sujal Darji" userId="60d58892a1697365" providerId="LiveId" clId="{906FD465-4F1D-4762-949F-4FCD51B588BC}" dt="2025-11-23T17:36:06.678" v="246"/>
          <ac:picMkLst>
            <pc:docMk/>
            <pc:sldMk cId="2750774268" sldId="257"/>
            <ac:picMk id="8" creationId="{7B3DAD52-88A9-160B-9C97-21D73127938B}"/>
          </ac:picMkLst>
        </pc:picChg>
        <pc:picChg chg="add mod ord">
          <ac:chgData name="Sujal Darji" userId="60d58892a1697365" providerId="LiveId" clId="{906FD465-4F1D-4762-949F-4FCD51B588BC}" dt="2025-11-23T17:43:06.527" v="349" actId="164"/>
          <ac:picMkLst>
            <pc:docMk/>
            <pc:sldMk cId="2750774268" sldId="257"/>
            <ac:picMk id="13" creationId="{E03AF6F3-BC54-9975-F8E6-2D7F15F428B3}"/>
          </ac:picMkLst>
        </pc:picChg>
      </pc:sldChg>
      <pc:sldChg chg="addSp modSp new mod">
        <pc:chgData name="Sujal Darji" userId="60d58892a1697365" providerId="LiveId" clId="{906FD465-4F1D-4762-949F-4FCD51B588BC}" dt="2025-11-23T19:09:45.073" v="892" actId="12"/>
        <pc:sldMkLst>
          <pc:docMk/>
          <pc:sldMk cId="1474579381" sldId="258"/>
        </pc:sldMkLst>
        <pc:spChg chg="add mod ord">
          <ac:chgData name="Sujal Darji" userId="60d58892a1697365" providerId="LiveId" clId="{906FD465-4F1D-4762-949F-4FCD51B588BC}" dt="2025-11-23T18:23:06.865" v="567" actId="1035"/>
          <ac:spMkLst>
            <pc:docMk/>
            <pc:sldMk cId="1474579381" sldId="258"/>
            <ac:spMk id="3" creationId="{A955D47F-0948-68EF-FE1D-6ABA7EF955C8}"/>
          </ac:spMkLst>
        </pc:spChg>
        <pc:spChg chg="add mod">
          <ac:chgData name="Sujal Darji" userId="60d58892a1697365" providerId="LiveId" clId="{906FD465-4F1D-4762-949F-4FCD51B588BC}" dt="2025-11-23T19:09:45.073" v="892" actId="12"/>
          <ac:spMkLst>
            <pc:docMk/>
            <pc:sldMk cId="1474579381" sldId="258"/>
            <ac:spMk id="5" creationId="{94F94853-9798-3B25-9EAA-EA6132EB6FD1}"/>
          </ac:spMkLst>
        </pc:spChg>
        <pc:spChg chg="add mod">
          <ac:chgData name="Sujal Darji" userId="60d58892a1697365" providerId="LiveId" clId="{906FD465-4F1D-4762-949F-4FCD51B588BC}" dt="2025-11-23T17:54:19.356" v="411" actId="2711"/>
          <ac:spMkLst>
            <pc:docMk/>
            <pc:sldMk cId="1474579381" sldId="258"/>
            <ac:spMk id="9" creationId="{E0AEC304-FDEE-0A4F-C2A4-2801F78463F1}"/>
          </ac:spMkLst>
        </pc:spChg>
        <pc:grpChg chg="add mod">
          <ac:chgData name="Sujal Darji" userId="60d58892a1697365" providerId="LiveId" clId="{906FD465-4F1D-4762-949F-4FCD51B588BC}" dt="2025-11-23T17:54:27.295" v="412" actId="1076"/>
          <ac:grpSpMkLst>
            <pc:docMk/>
            <pc:sldMk cId="1474579381" sldId="258"/>
            <ac:grpSpMk id="10" creationId="{A96F31F0-D9AA-6DE9-B64B-BBED2E3BCE2A}"/>
          </ac:grpSpMkLst>
        </pc:grpChg>
        <pc:picChg chg="add mod">
          <ac:chgData name="Sujal Darji" userId="60d58892a1697365" providerId="LiveId" clId="{906FD465-4F1D-4762-949F-4FCD51B588BC}" dt="2025-11-23T17:52:59.827" v="395" actId="164"/>
          <ac:picMkLst>
            <pc:docMk/>
            <pc:sldMk cId="1474579381" sldId="258"/>
            <ac:picMk id="7" creationId="{46DEAA30-61D4-5A07-BC55-C4F5AE3188AC}"/>
          </ac:picMkLst>
        </pc:picChg>
      </pc:sldChg>
      <pc:sldChg chg="new del">
        <pc:chgData name="Sujal Darji" userId="60d58892a1697365" providerId="LiveId" clId="{906FD465-4F1D-4762-949F-4FCD51B588BC}" dt="2025-11-23T17:32:05.832" v="242" actId="680"/>
        <pc:sldMkLst>
          <pc:docMk/>
          <pc:sldMk cId="1806339241" sldId="258"/>
        </pc:sldMkLst>
      </pc:sldChg>
      <pc:sldChg chg="addSp modSp new mod">
        <pc:chgData name="Sujal Darji" userId="60d58892a1697365" providerId="LiveId" clId="{906FD465-4F1D-4762-949F-4FCD51B588BC}" dt="2025-11-23T19:34:19.102" v="1158" actId="1038"/>
        <pc:sldMkLst>
          <pc:docMk/>
          <pc:sldMk cId="2811075547" sldId="259"/>
        </pc:sldMkLst>
        <pc:spChg chg="add mod">
          <ac:chgData name="Sujal Darji" userId="60d58892a1697365" providerId="LiveId" clId="{906FD465-4F1D-4762-949F-4FCD51B588BC}" dt="2025-11-23T18:23:12.295" v="571" actId="1035"/>
          <ac:spMkLst>
            <pc:docMk/>
            <pc:sldMk cId="2811075547" sldId="259"/>
            <ac:spMk id="3" creationId="{8D540F02-5EA1-1BA9-A30F-B7F89BC423A6}"/>
          </ac:spMkLst>
        </pc:spChg>
        <pc:graphicFrameChg chg="add mod modGraphic">
          <ac:chgData name="Sujal Darji" userId="60d58892a1697365" providerId="LiveId" clId="{906FD465-4F1D-4762-949F-4FCD51B588BC}" dt="2025-11-23T18:08:15.388" v="475" actId="14734"/>
          <ac:graphicFrameMkLst>
            <pc:docMk/>
            <pc:sldMk cId="2811075547" sldId="259"/>
            <ac:graphicFrameMk id="4" creationId="{C7AF24F8-FED7-C3DC-6FAB-3391F19F6B03}"/>
          </ac:graphicFrameMkLst>
        </pc:graphicFrameChg>
        <pc:picChg chg="add mod ord modCrop">
          <ac:chgData name="Sujal Darji" userId="60d58892a1697365" providerId="LiveId" clId="{906FD465-4F1D-4762-949F-4FCD51B588BC}" dt="2025-11-23T19:34:19.102" v="1158" actId="1038"/>
          <ac:picMkLst>
            <pc:docMk/>
            <pc:sldMk cId="2811075547" sldId="259"/>
            <ac:picMk id="6" creationId="{6C8ECC73-B7DE-0779-C51A-DF2A6274CE1B}"/>
          </ac:picMkLst>
        </pc:picChg>
      </pc:sldChg>
      <pc:sldChg chg="addSp modSp new mod chgLayout">
        <pc:chgData name="Sujal Darji" userId="60d58892a1697365" providerId="LiveId" clId="{906FD465-4F1D-4762-949F-4FCD51B588BC}" dt="2025-11-23T19:10:21.768" v="900" actId="14100"/>
        <pc:sldMkLst>
          <pc:docMk/>
          <pc:sldMk cId="358164873" sldId="260"/>
        </pc:sldMkLst>
        <pc:spChg chg="add mod">
          <ac:chgData name="Sujal Darji" userId="60d58892a1697365" providerId="LiveId" clId="{906FD465-4F1D-4762-949F-4FCD51B588BC}" dt="2025-11-23T18:23:39.485" v="585" actId="207"/>
          <ac:spMkLst>
            <pc:docMk/>
            <pc:sldMk cId="358164873" sldId="260"/>
            <ac:spMk id="3" creationId="{CE454989-A976-F57B-76D8-933E4BFF1F18}"/>
          </ac:spMkLst>
        </pc:spChg>
        <pc:spChg chg="add mod">
          <ac:chgData name="Sujal Darji" userId="60d58892a1697365" providerId="LiveId" clId="{906FD465-4F1D-4762-949F-4FCD51B588BC}" dt="2025-11-23T19:10:21.768" v="900" actId="14100"/>
          <ac:spMkLst>
            <pc:docMk/>
            <pc:sldMk cId="358164873" sldId="260"/>
            <ac:spMk id="5" creationId="{7D9AB113-D93D-282C-EAD0-94C23E6FAEFB}"/>
          </ac:spMkLst>
        </pc:spChg>
        <pc:spChg chg="add mod">
          <ac:chgData name="Sujal Darji" userId="60d58892a1697365" providerId="LiveId" clId="{906FD465-4F1D-4762-949F-4FCD51B588BC}" dt="2025-11-23T18:32:53.043" v="715" actId="14100"/>
          <ac:spMkLst>
            <pc:docMk/>
            <pc:sldMk cId="358164873" sldId="260"/>
            <ac:spMk id="7" creationId="{14A36944-B163-FB7A-A117-82E7060F7FC3}"/>
          </ac:spMkLst>
        </pc:spChg>
        <pc:spChg chg="add mod">
          <ac:chgData name="Sujal Darji" userId="60d58892a1697365" providerId="LiveId" clId="{906FD465-4F1D-4762-949F-4FCD51B588BC}" dt="2025-11-23T18:24:03.752" v="590" actId="403"/>
          <ac:spMkLst>
            <pc:docMk/>
            <pc:sldMk cId="358164873" sldId="260"/>
            <ac:spMk id="9" creationId="{882B4E54-0C2D-5558-DA67-3B2D4EE3351E}"/>
          </ac:spMkLst>
        </pc:spChg>
        <pc:spChg chg="add mod">
          <ac:chgData name="Sujal Darji" userId="60d58892a1697365" providerId="LiveId" clId="{906FD465-4F1D-4762-949F-4FCD51B588BC}" dt="2025-11-23T18:27:39.904" v="687" actId="21"/>
          <ac:spMkLst>
            <pc:docMk/>
            <pc:sldMk cId="358164873" sldId="260"/>
            <ac:spMk id="11" creationId="{C4852FAF-4F02-5FC7-02FA-576DE120A7D5}"/>
          </ac:spMkLst>
        </pc:spChg>
        <pc:spChg chg="add mod">
          <ac:chgData name="Sujal Darji" userId="60d58892a1697365" providerId="LiveId" clId="{906FD465-4F1D-4762-949F-4FCD51B588BC}" dt="2025-11-23T18:27:47.838" v="692" actId="20577"/>
          <ac:spMkLst>
            <pc:docMk/>
            <pc:sldMk cId="358164873" sldId="260"/>
            <ac:spMk id="13" creationId="{D590B5D4-4306-58F1-F280-AFD640B59937}"/>
          </ac:spMkLst>
        </pc:spChg>
        <pc:spChg chg="add mod">
          <ac:chgData name="Sujal Darji" userId="60d58892a1697365" providerId="LiveId" clId="{906FD465-4F1D-4762-949F-4FCD51B588BC}" dt="2025-11-23T18:26:38.875" v="675" actId="1036"/>
          <ac:spMkLst>
            <pc:docMk/>
            <pc:sldMk cId="358164873" sldId="260"/>
            <ac:spMk id="15" creationId="{C0931A9B-50D9-E99B-EFA6-601B68088902}"/>
          </ac:spMkLst>
        </pc:spChg>
        <pc:spChg chg="add mod">
          <ac:chgData name="Sujal Darji" userId="60d58892a1697365" providerId="LiveId" clId="{906FD465-4F1D-4762-949F-4FCD51B588BC}" dt="2025-11-23T18:31:30.026" v="710" actId="207"/>
          <ac:spMkLst>
            <pc:docMk/>
            <pc:sldMk cId="358164873" sldId="260"/>
            <ac:spMk id="16" creationId="{ABC5979B-6662-CB45-9573-F18DDBDE48D0}"/>
          </ac:spMkLst>
        </pc:spChg>
        <pc:spChg chg="add mod ord">
          <ac:chgData name="Sujal Darji" userId="60d58892a1697365" providerId="LiveId" clId="{906FD465-4F1D-4762-949F-4FCD51B588BC}" dt="2025-11-23T18:28:46.390" v="700" actId="13822"/>
          <ac:spMkLst>
            <pc:docMk/>
            <pc:sldMk cId="358164873" sldId="260"/>
            <ac:spMk id="17" creationId="{207B0962-E765-8D91-2D43-5CDFD57E636D}"/>
          </ac:spMkLst>
        </pc:spChg>
        <pc:spChg chg="add mod ord">
          <ac:chgData name="Sujal Darji" userId="60d58892a1697365" providerId="LiveId" clId="{906FD465-4F1D-4762-949F-4FCD51B588BC}" dt="2025-11-23T18:29:22.080" v="706" actId="167"/>
          <ac:spMkLst>
            <pc:docMk/>
            <pc:sldMk cId="358164873" sldId="260"/>
            <ac:spMk id="18" creationId="{E783BABB-86EE-A0F8-DC10-0CC6FD080831}"/>
          </ac:spMkLst>
        </pc:spChg>
      </pc:sldChg>
      <pc:sldChg chg="addSp modSp new mod">
        <pc:chgData name="Sujal Darji" userId="60d58892a1697365" providerId="LiveId" clId="{906FD465-4F1D-4762-949F-4FCD51B588BC}" dt="2025-11-23T19:32:16.448" v="1150" actId="14100"/>
        <pc:sldMkLst>
          <pc:docMk/>
          <pc:sldMk cId="1696347260" sldId="261"/>
        </pc:sldMkLst>
        <pc:spChg chg="add mod">
          <ac:chgData name="Sujal Darji" userId="60d58892a1697365" providerId="LiveId" clId="{906FD465-4F1D-4762-949F-4FCD51B588BC}" dt="2025-11-23T18:42:47.310" v="747" actId="1035"/>
          <ac:spMkLst>
            <pc:docMk/>
            <pc:sldMk cId="1696347260" sldId="261"/>
            <ac:spMk id="3" creationId="{1ED368FE-7F63-1775-0EB3-2AFFB220104A}"/>
          </ac:spMkLst>
        </pc:spChg>
        <pc:spChg chg="add mod">
          <ac:chgData name="Sujal Darji" userId="60d58892a1697365" providerId="LiveId" clId="{906FD465-4F1D-4762-949F-4FCD51B588BC}" dt="2025-11-23T18:52:07.514" v="818" actId="1076"/>
          <ac:spMkLst>
            <pc:docMk/>
            <pc:sldMk cId="1696347260" sldId="261"/>
            <ac:spMk id="6" creationId="{C720E823-B93A-E766-FAF6-7BA7A7FFA8C1}"/>
          </ac:spMkLst>
        </pc:spChg>
        <pc:spChg chg="add mod">
          <ac:chgData name="Sujal Darji" userId="60d58892a1697365" providerId="LiveId" clId="{906FD465-4F1D-4762-949F-4FCD51B588BC}" dt="2025-11-23T18:48:43.825" v="779" actId="164"/>
          <ac:spMkLst>
            <pc:docMk/>
            <pc:sldMk cId="1696347260" sldId="261"/>
            <ac:spMk id="8" creationId="{38FAECC2-A0DD-4770-3BDD-C34B67EC742F}"/>
          </ac:spMkLst>
        </pc:spChg>
        <pc:spChg chg="add mod">
          <ac:chgData name="Sujal Darji" userId="60d58892a1697365" providerId="LiveId" clId="{906FD465-4F1D-4762-949F-4FCD51B588BC}" dt="2025-11-23T18:54:12.365" v="828" actId="14100"/>
          <ac:spMkLst>
            <pc:docMk/>
            <pc:sldMk cId="1696347260" sldId="261"/>
            <ac:spMk id="10" creationId="{2892A83F-6949-7428-DD90-5B3A54D72C17}"/>
          </ac:spMkLst>
        </pc:spChg>
        <pc:spChg chg="add mod">
          <ac:chgData name="Sujal Darji" userId="60d58892a1697365" providerId="LiveId" clId="{906FD465-4F1D-4762-949F-4FCD51B588BC}" dt="2025-11-23T18:51:49.851" v="809" actId="1076"/>
          <ac:spMkLst>
            <pc:docMk/>
            <pc:sldMk cId="1696347260" sldId="261"/>
            <ac:spMk id="12" creationId="{4ADF28ED-E93C-3B03-83E0-8DEB56F15C20}"/>
          </ac:spMkLst>
        </pc:spChg>
        <pc:spChg chg="add mod ord">
          <ac:chgData name="Sujal Darji" userId="60d58892a1697365" providerId="LiveId" clId="{906FD465-4F1D-4762-949F-4FCD51B588BC}" dt="2025-11-23T18:53:24.943" v="823" actId="13822"/>
          <ac:spMkLst>
            <pc:docMk/>
            <pc:sldMk cId="1696347260" sldId="261"/>
            <ac:spMk id="14" creationId="{D2C47026-942E-CA67-8685-EC591C354E4E}"/>
          </ac:spMkLst>
        </pc:spChg>
        <pc:spChg chg="add mod ord">
          <ac:chgData name="Sujal Darji" userId="60d58892a1697365" providerId="LiveId" clId="{906FD465-4F1D-4762-949F-4FCD51B588BC}" dt="2025-11-23T18:53:49.331" v="826" actId="167"/>
          <ac:spMkLst>
            <pc:docMk/>
            <pc:sldMk cId="1696347260" sldId="261"/>
            <ac:spMk id="15" creationId="{60E5C86C-9005-68EB-8E17-802AA71AD9B9}"/>
          </ac:spMkLst>
        </pc:spChg>
        <pc:grpChg chg="add mod">
          <ac:chgData name="Sujal Darji" userId="60d58892a1697365" providerId="LiveId" clId="{906FD465-4F1D-4762-949F-4FCD51B588BC}" dt="2025-11-23T19:32:16.448" v="1150" actId="14100"/>
          <ac:grpSpMkLst>
            <pc:docMk/>
            <pc:sldMk cId="1696347260" sldId="261"/>
            <ac:grpSpMk id="13" creationId="{D292817D-24EF-027B-AE79-2896FC615A93}"/>
          </ac:grpSpMkLst>
        </pc:grpChg>
        <pc:picChg chg="add mod">
          <ac:chgData name="Sujal Darji" userId="60d58892a1697365" providerId="LiveId" clId="{906FD465-4F1D-4762-949F-4FCD51B588BC}" dt="2025-11-23T18:48:43.825" v="779" actId="164"/>
          <ac:picMkLst>
            <pc:docMk/>
            <pc:sldMk cId="1696347260" sldId="261"/>
            <ac:picMk id="4" creationId="{24B4887E-5D67-3F13-E610-5DAEC0FFC804}"/>
          </ac:picMkLst>
        </pc:picChg>
      </pc:sldChg>
      <pc:sldChg chg="addSp delSp modSp new mod setBg">
        <pc:chgData name="Sujal Darji" userId="60d58892a1697365" providerId="LiveId" clId="{906FD465-4F1D-4762-949F-4FCD51B588BC}" dt="2025-11-23T19:24:31.935" v="1148" actId="14100"/>
        <pc:sldMkLst>
          <pc:docMk/>
          <pc:sldMk cId="58965175" sldId="262"/>
        </pc:sldMkLst>
        <pc:spChg chg="add mod">
          <ac:chgData name="Sujal Darji" userId="60d58892a1697365" providerId="LiveId" clId="{906FD465-4F1D-4762-949F-4FCD51B588BC}" dt="2025-11-23T19:24:31.935" v="1148" actId="14100"/>
          <ac:spMkLst>
            <pc:docMk/>
            <pc:sldMk cId="58965175" sldId="262"/>
            <ac:spMk id="3" creationId="{C3431EF7-A087-A6CC-DD39-A95B9BA6BD2C}"/>
          </ac:spMkLst>
        </pc:spChg>
        <pc:spChg chg="add mod">
          <ac:chgData name="Sujal Darji" userId="60d58892a1697365" providerId="LiveId" clId="{906FD465-4F1D-4762-949F-4FCD51B588BC}" dt="2025-11-23T19:24:17.834" v="1145" actId="207"/>
          <ac:spMkLst>
            <pc:docMk/>
            <pc:sldMk cId="58965175" sldId="262"/>
            <ac:spMk id="5" creationId="{0AD7A902-E7EB-1AF2-F818-20F39092CFDF}"/>
          </ac:spMkLst>
        </pc:spChg>
        <pc:spChg chg="add del mod">
          <ac:chgData name="Sujal Darji" userId="60d58892a1697365" providerId="LiveId" clId="{906FD465-4F1D-4762-949F-4FCD51B588BC}" dt="2025-11-23T19:17:17.710" v="992"/>
          <ac:spMkLst>
            <pc:docMk/>
            <pc:sldMk cId="58965175" sldId="262"/>
            <ac:spMk id="7" creationId="{117161DC-35C9-F6A9-0BBB-AC79699EBEFC}"/>
          </ac:spMkLst>
        </pc:spChg>
        <pc:spChg chg="add del">
          <ac:chgData name="Sujal Darji" userId="60d58892a1697365" providerId="LiveId" clId="{906FD465-4F1D-4762-949F-4FCD51B588BC}" dt="2025-11-23T19:20:02.388" v="1031" actId="26606"/>
          <ac:spMkLst>
            <pc:docMk/>
            <pc:sldMk cId="58965175" sldId="262"/>
            <ac:spMk id="8" creationId="{13FE9996-7EAC-4679-B37D-C1045F42F954}"/>
          </ac:spMkLst>
        </pc:spChg>
        <pc:spChg chg="add del mod">
          <ac:chgData name="Sujal Darji" userId="60d58892a1697365" providerId="LiveId" clId="{906FD465-4F1D-4762-949F-4FCD51B588BC}" dt="2025-11-23T19:17:17.710" v="994"/>
          <ac:spMkLst>
            <pc:docMk/>
            <pc:sldMk cId="58965175" sldId="262"/>
            <ac:spMk id="9" creationId="{A8C3C626-24EE-16C5-3808-D72DD1C8A893}"/>
          </ac:spMkLst>
        </pc:spChg>
        <pc:spChg chg="add del">
          <ac:chgData name="Sujal Darji" userId="60d58892a1697365" providerId="LiveId" clId="{906FD465-4F1D-4762-949F-4FCD51B588BC}" dt="2025-11-23T19:19:46.598" v="1029" actId="26606"/>
          <ac:spMkLst>
            <pc:docMk/>
            <pc:sldMk cId="58965175" sldId="262"/>
            <ac:spMk id="10" creationId="{13FE9996-7EAC-4679-B37D-C1045F42F954}"/>
          </ac:spMkLst>
        </pc:spChg>
        <pc:spChg chg="add del mod">
          <ac:chgData name="Sujal Darji" userId="60d58892a1697365" providerId="LiveId" clId="{906FD465-4F1D-4762-949F-4FCD51B588BC}" dt="2025-11-23T19:18:06.938" v="1011"/>
          <ac:spMkLst>
            <pc:docMk/>
            <pc:sldMk cId="58965175" sldId="262"/>
            <ac:spMk id="11" creationId="{22BB150E-060C-D90F-F546-626326403895}"/>
          </ac:spMkLst>
        </pc:spChg>
        <pc:spChg chg="add del">
          <ac:chgData name="Sujal Darji" userId="60d58892a1697365" providerId="LiveId" clId="{906FD465-4F1D-4762-949F-4FCD51B588BC}" dt="2025-11-23T19:19:46.598" v="1029" actId="26606"/>
          <ac:spMkLst>
            <pc:docMk/>
            <pc:sldMk cId="58965175" sldId="262"/>
            <ac:spMk id="12" creationId="{761DF1FE-5CC8-43D2-A76C-93C76EEDE1E9}"/>
          </ac:spMkLst>
        </pc:spChg>
        <pc:spChg chg="add del mod">
          <ac:chgData name="Sujal Darji" userId="60d58892a1697365" providerId="LiveId" clId="{906FD465-4F1D-4762-949F-4FCD51B588BC}" dt="2025-11-23T19:18:06.939" v="1013"/>
          <ac:spMkLst>
            <pc:docMk/>
            <pc:sldMk cId="58965175" sldId="262"/>
            <ac:spMk id="13" creationId="{1236FE5C-4728-6841-1690-55F9D819F3AB}"/>
          </ac:spMkLst>
        </pc:spChg>
        <pc:spChg chg="add del">
          <ac:chgData name="Sujal Darji" userId="60d58892a1697365" providerId="LiveId" clId="{906FD465-4F1D-4762-949F-4FCD51B588BC}" dt="2025-11-23T19:20:02.388" v="1031" actId="26606"/>
          <ac:spMkLst>
            <pc:docMk/>
            <pc:sldMk cId="58965175" sldId="262"/>
            <ac:spMk id="15" creationId="{761DF1FE-5CC8-43D2-A76C-93C76EEDE1E9}"/>
          </ac:spMkLst>
        </pc:spChg>
        <pc:spChg chg="add del">
          <ac:chgData name="Sujal Darji" userId="60d58892a1697365" providerId="LiveId" clId="{906FD465-4F1D-4762-949F-4FCD51B588BC}" dt="2025-11-23T19:19:46.598" v="1029" actId="26606"/>
          <ac:spMkLst>
            <pc:docMk/>
            <pc:sldMk cId="58965175" sldId="262"/>
            <ac:spMk id="16" creationId="{3741B58E-3B65-4A01-A276-975AB2CF8A08}"/>
          </ac:spMkLst>
        </pc:spChg>
        <pc:spChg chg="add del">
          <ac:chgData name="Sujal Darji" userId="60d58892a1697365" providerId="LiveId" clId="{906FD465-4F1D-4762-949F-4FCD51B588BC}" dt="2025-11-23T19:19:46.598" v="1029" actId="26606"/>
          <ac:spMkLst>
            <pc:docMk/>
            <pc:sldMk cId="58965175" sldId="262"/>
            <ac:spMk id="18" creationId="{7AAC67C3-831B-4AB1-A259-DFB839CAFAFC}"/>
          </ac:spMkLst>
        </pc:spChg>
        <pc:spChg chg="add del">
          <ac:chgData name="Sujal Darji" userId="60d58892a1697365" providerId="LiveId" clId="{906FD465-4F1D-4762-949F-4FCD51B588BC}" dt="2025-11-23T19:20:02.388" v="1031" actId="26606"/>
          <ac:spMkLst>
            <pc:docMk/>
            <pc:sldMk cId="58965175" sldId="262"/>
            <ac:spMk id="19" creationId="{3741B58E-3B65-4A01-A276-975AB2CF8A08}"/>
          </ac:spMkLst>
        </pc:spChg>
        <pc:spChg chg="add del">
          <ac:chgData name="Sujal Darji" userId="60d58892a1697365" providerId="LiveId" clId="{906FD465-4F1D-4762-949F-4FCD51B588BC}" dt="2025-11-23T19:19:46.598" v="1029" actId="26606"/>
          <ac:spMkLst>
            <pc:docMk/>
            <pc:sldMk cId="58965175" sldId="262"/>
            <ac:spMk id="20" creationId="{054B3F04-9EAC-45C0-B3CE-0387EEA10A0C}"/>
          </ac:spMkLst>
        </pc:spChg>
        <pc:spChg chg="add del">
          <ac:chgData name="Sujal Darji" userId="60d58892a1697365" providerId="LiveId" clId="{906FD465-4F1D-4762-949F-4FCD51B588BC}" dt="2025-11-23T19:20:02.388" v="1031" actId="26606"/>
          <ac:spMkLst>
            <pc:docMk/>
            <pc:sldMk cId="58965175" sldId="262"/>
            <ac:spMk id="21" creationId="{7AAC67C3-831B-4AB1-A259-DFB839CAFAFC}"/>
          </ac:spMkLst>
        </pc:spChg>
        <pc:spChg chg="add del">
          <ac:chgData name="Sujal Darji" userId="60d58892a1697365" providerId="LiveId" clId="{906FD465-4F1D-4762-949F-4FCD51B588BC}" dt="2025-11-23T19:20:02.388" v="1031" actId="26606"/>
          <ac:spMkLst>
            <pc:docMk/>
            <pc:sldMk cId="58965175" sldId="262"/>
            <ac:spMk id="22" creationId="{054B3F04-9EAC-45C0-B3CE-0387EEA10A0C}"/>
          </ac:spMkLst>
        </pc:spChg>
        <pc:spChg chg="add del">
          <ac:chgData name="Sujal Darji" userId="60d58892a1697365" providerId="LiveId" clId="{906FD465-4F1D-4762-949F-4FCD51B588BC}" dt="2025-11-23T19:22:19.253" v="1122" actId="26606"/>
          <ac:spMkLst>
            <pc:docMk/>
            <pc:sldMk cId="58965175" sldId="262"/>
            <ac:spMk id="23" creationId="{13FE9996-7EAC-4679-B37D-C1045F42F954}"/>
          </ac:spMkLst>
        </pc:spChg>
        <pc:spChg chg="add del">
          <ac:chgData name="Sujal Darji" userId="60d58892a1697365" providerId="LiveId" clId="{906FD465-4F1D-4762-949F-4FCD51B588BC}" dt="2025-11-23T19:22:19.253" v="1122" actId="26606"/>
          <ac:spMkLst>
            <pc:docMk/>
            <pc:sldMk cId="58965175" sldId="262"/>
            <ac:spMk id="24" creationId="{761DF1FE-5CC8-43D2-A76C-93C76EEDE1E9}"/>
          </ac:spMkLst>
        </pc:spChg>
        <pc:spChg chg="add del">
          <ac:chgData name="Sujal Darji" userId="60d58892a1697365" providerId="LiveId" clId="{906FD465-4F1D-4762-949F-4FCD51B588BC}" dt="2025-11-23T19:22:19.253" v="1122" actId="26606"/>
          <ac:spMkLst>
            <pc:docMk/>
            <pc:sldMk cId="58965175" sldId="262"/>
            <ac:spMk id="26" creationId="{3741B58E-3B65-4A01-A276-975AB2CF8A08}"/>
          </ac:spMkLst>
        </pc:spChg>
        <pc:spChg chg="add del">
          <ac:chgData name="Sujal Darji" userId="60d58892a1697365" providerId="LiveId" clId="{906FD465-4F1D-4762-949F-4FCD51B588BC}" dt="2025-11-23T19:22:19.253" v="1122" actId="26606"/>
          <ac:spMkLst>
            <pc:docMk/>
            <pc:sldMk cId="58965175" sldId="262"/>
            <ac:spMk id="27" creationId="{7AAC67C3-831B-4AB1-A259-DFB839CAFAFC}"/>
          </ac:spMkLst>
        </pc:spChg>
        <pc:spChg chg="add del">
          <ac:chgData name="Sujal Darji" userId="60d58892a1697365" providerId="LiveId" clId="{906FD465-4F1D-4762-949F-4FCD51B588BC}" dt="2025-11-23T19:22:19.253" v="1122" actId="26606"/>
          <ac:spMkLst>
            <pc:docMk/>
            <pc:sldMk cId="58965175" sldId="262"/>
            <ac:spMk id="28" creationId="{054B3F04-9EAC-45C0-B3CE-0387EEA10A0C}"/>
          </ac:spMkLst>
        </pc:spChg>
        <pc:cxnChg chg="add del">
          <ac:chgData name="Sujal Darji" userId="60d58892a1697365" providerId="LiveId" clId="{906FD465-4F1D-4762-949F-4FCD51B588BC}" dt="2025-11-23T19:19:46.598" v="1029" actId="26606"/>
          <ac:cxnSpMkLst>
            <pc:docMk/>
            <pc:sldMk cId="58965175" sldId="262"/>
            <ac:cxnSpMk id="14" creationId="{E161BEBD-A23C-409E-ABC7-73F9EDC02F20}"/>
          </ac:cxnSpMkLst>
        </pc:cxnChg>
        <pc:cxnChg chg="add del">
          <ac:chgData name="Sujal Darji" userId="60d58892a1697365" providerId="LiveId" clId="{906FD465-4F1D-4762-949F-4FCD51B588BC}" dt="2025-11-23T19:20:02.388" v="1031" actId="26606"/>
          <ac:cxnSpMkLst>
            <pc:docMk/>
            <pc:sldMk cId="58965175" sldId="262"/>
            <ac:cxnSpMk id="17" creationId="{E161BEBD-A23C-409E-ABC7-73F9EDC02F20}"/>
          </ac:cxnSpMkLst>
        </pc:cxnChg>
        <pc:cxnChg chg="add del">
          <ac:chgData name="Sujal Darji" userId="60d58892a1697365" providerId="LiveId" clId="{906FD465-4F1D-4762-949F-4FCD51B588BC}" dt="2025-11-23T19:22:19.253" v="1122" actId="26606"/>
          <ac:cxnSpMkLst>
            <pc:docMk/>
            <pc:sldMk cId="58965175" sldId="262"/>
            <ac:cxnSpMk id="25" creationId="{E161BEBD-A23C-409E-ABC7-73F9EDC02F20}"/>
          </ac:cxnSpMkLst>
        </pc:cxnChg>
      </pc:sldChg>
      <pc:sldChg chg="new del">
        <pc:chgData name="Sujal Darji" userId="60d58892a1697365" providerId="LiveId" clId="{906FD465-4F1D-4762-949F-4FCD51B588BC}" dt="2025-11-23T18:54:29.812" v="829" actId="47"/>
        <pc:sldMkLst>
          <pc:docMk/>
          <pc:sldMk cId="1767356385" sldId="262"/>
        </pc:sldMkLst>
      </pc:sldChg>
      <pc:sldChg chg="addSp delSp modSp new mod setBg">
        <pc:chgData name="Sujal Darji" userId="60d58892a1697365" providerId="LiveId" clId="{906FD465-4F1D-4762-949F-4FCD51B588BC}" dt="2025-11-23T19:12:54.322" v="916" actId="20577"/>
        <pc:sldMkLst>
          <pc:docMk/>
          <pc:sldMk cId="2101415450" sldId="263"/>
        </pc:sldMkLst>
        <pc:spChg chg="add mod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3" creationId="{C2CE36BA-CB28-6DAA-7373-9747F273E3A3}"/>
          </ac:spMkLst>
        </pc:spChg>
        <pc:spChg chg="add mod">
          <ac:chgData name="Sujal Darji" userId="60d58892a1697365" providerId="LiveId" clId="{906FD465-4F1D-4762-949F-4FCD51B588BC}" dt="2025-11-23T19:12:54.322" v="916" actId="20577"/>
          <ac:spMkLst>
            <pc:docMk/>
            <pc:sldMk cId="2101415450" sldId="263"/>
            <ac:spMk id="5" creationId="{2D62A9B4-513A-68BD-7BE5-C862F04DF63D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10" creationId="{13FE9996-7EAC-4679-B37D-C1045F42F954}"/>
          </ac:spMkLst>
        </pc:spChg>
        <pc:spChg chg="add del">
          <ac:chgData name="Sujal Darji" userId="60d58892a1697365" providerId="LiveId" clId="{906FD465-4F1D-4762-949F-4FCD51B588BC}" dt="2025-11-23T19:11:53.647" v="906" actId="26606"/>
          <ac:spMkLst>
            <pc:docMk/>
            <pc:sldMk cId="2101415450" sldId="263"/>
            <ac:spMk id="12" creationId="{761DF1FE-5CC8-43D2-A76C-93C76EEDE1E9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16" creationId="{3741B58E-3B65-4A01-A276-975AB2CF8A08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18" creationId="{7AAC67C3-831B-4AB1-A259-DFB839CAFAFC}"/>
          </ac:spMkLst>
        </pc:spChg>
        <pc:spChg chg="add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20" creationId="{054B3F04-9EAC-45C0-B3CE-0387EEA10A0C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25" creationId="{13FE9996-7EAC-4679-B37D-C1045F42F954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27" creationId="{761DF1FE-5CC8-43D2-A76C-93C76EEDE1E9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31" creationId="{3741B58E-3B65-4A01-A276-975AB2CF8A08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33" creationId="{7AAC67C3-831B-4AB1-A259-DFB839CAFAFC}"/>
          </ac:spMkLst>
        </pc:spChg>
        <pc:spChg chg="add del">
          <ac:chgData name="Sujal Darji" userId="60d58892a1697365" providerId="LiveId" clId="{906FD465-4F1D-4762-949F-4FCD51B588BC}" dt="2025-11-23T19:11:55.335" v="907" actId="26606"/>
          <ac:spMkLst>
            <pc:docMk/>
            <pc:sldMk cId="2101415450" sldId="263"/>
            <ac:spMk id="35" creationId="{054B3F04-9EAC-45C0-B3CE-0387EEA10A0C}"/>
          </ac:spMkLst>
        </pc:spChg>
        <pc:cxnChg chg="add">
          <ac:chgData name="Sujal Darji" userId="60d58892a1697365" providerId="LiveId" clId="{906FD465-4F1D-4762-949F-4FCD51B588BC}" dt="2025-11-23T19:10:47.675" v="902" actId="26606"/>
          <ac:cxnSpMkLst>
            <pc:docMk/>
            <pc:sldMk cId="2101415450" sldId="263"/>
            <ac:cxnSpMk id="14" creationId="{E161BEBD-A23C-409E-ABC7-73F9EDC02F20}"/>
          </ac:cxnSpMkLst>
        </pc:cxnChg>
      </pc:sldChg>
      <pc:sldMasterChg chg="add del addSldLayout delSldLayout">
        <pc:chgData name="Sujal Darji" userId="60d58892a1697365" providerId="LiveId" clId="{906FD465-4F1D-4762-949F-4FCD51B588BC}" dt="2025-11-23T17:17:33.621" v="23" actId="26606"/>
        <pc:sldMasterMkLst>
          <pc:docMk/>
          <pc:sldMasterMk cId="3748746634" sldId="2147483648"/>
        </pc:sldMasterMkLst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3481176341" sldId="2147483649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1988725166" sldId="2147483650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2148542286" sldId="2147483651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1017970374" sldId="2147483652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2224534420" sldId="2147483653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3143512646" sldId="2147483654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1466603294" sldId="2147483655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1587048320" sldId="2147483656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2516505356" sldId="2147483657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3369954819" sldId="2147483658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3748746634" sldId="2147483648"/>
            <pc:sldLayoutMk cId="3280417376" sldId="2147483659"/>
          </pc:sldLayoutMkLst>
        </pc:sldLayoutChg>
      </pc:sldMasterChg>
      <pc:sldMasterChg chg="add del addSldLayout delSldLayout">
        <pc:chgData name="Sujal Darji" userId="60d58892a1697365" providerId="LiveId" clId="{906FD465-4F1D-4762-949F-4FCD51B588BC}" dt="2025-11-23T17:14:26.948" v="14" actId="26606"/>
        <pc:sldMasterMkLst>
          <pc:docMk/>
          <pc:sldMasterMk cId="1466005819" sldId="2147483673"/>
        </pc:sldMasterMkLst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1010790343" sldId="2147483662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232858461" sldId="2147483663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3137537545" sldId="2147483664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2868045205" sldId="2147483665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135098117" sldId="2147483666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3802956884" sldId="2147483667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697281930" sldId="2147483668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210031146" sldId="2147483669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446561211" sldId="2147483670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1151655330" sldId="2147483671"/>
          </pc:sldLayoutMkLst>
        </pc:sldLayoutChg>
        <pc:sldLayoutChg chg="add del">
          <pc:chgData name="Sujal Darji" userId="60d58892a1697365" providerId="LiveId" clId="{906FD465-4F1D-4762-949F-4FCD51B588BC}" dt="2025-11-23T17:14:26.948" v="14" actId="26606"/>
          <pc:sldLayoutMkLst>
            <pc:docMk/>
            <pc:sldMasterMk cId="1466005819" sldId="2147483673"/>
            <pc:sldLayoutMk cId="638348776" sldId="2147483672"/>
          </pc:sldLayoutMkLst>
        </pc:sldLayoutChg>
      </pc:sldMasterChg>
      <pc:sldMasterChg chg="add del addSldLayout delSldLayout">
        <pc:chgData name="Sujal Darji" userId="60d58892a1697365" providerId="LiveId" clId="{906FD465-4F1D-4762-949F-4FCD51B588BC}" dt="2025-11-23T17:14:57.109" v="16" actId="26606"/>
        <pc:sldMasterMkLst>
          <pc:docMk/>
          <pc:sldMasterMk cId="1371416031" sldId="2147483686"/>
        </pc:sldMasterMkLst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2517458959" sldId="2147483675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3259058759" sldId="2147483676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1858651633" sldId="2147483677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3456028190" sldId="2147483678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2071638000" sldId="2147483679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3655581773" sldId="2147483680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40597272" sldId="2147483681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2070484918" sldId="2147483682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1692065156" sldId="2147483683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3521219806" sldId="2147483684"/>
          </pc:sldLayoutMkLst>
        </pc:sldLayoutChg>
        <pc:sldLayoutChg chg="add del">
          <pc:chgData name="Sujal Darji" userId="60d58892a1697365" providerId="LiveId" clId="{906FD465-4F1D-4762-949F-4FCD51B588BC}" dt="2025-11-23T17:14:57.109" v="16" actId="26606"/>
          <pc:sldLayoutMkLst>
            <pc:docMk/>
            <pc:sldMasterMk cId="1371416031" sldId="2147483686"/>
            <pc:sldLayoutMk cId="3428434635" sldId="2147483685"/>
          </pc:sldLayoutMkLst>
        </pc:sldLayoutChg>
      </pc:sldMasterChg>
      <pc:sldMasterChg chg="add del addSldLayout delSldLayout">
        <pc:chgData name="Sujal Darji" userId="60d58892a1697365" providerId="LiveId" clId="{906FD465-4F1D-4762-949F-4FCD51B588BC}" dt="2025-11-23T17:17:33.621" v="23" actId="26606"/>
        <pc:sldMasterMkLst>
          <pc:docMk/>
          <pc:sldMasterMk cId="2801547238" sldId="2147483699"/>
        </pc:sldMasterMkLst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3661459599" sldId="2147483688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2909059776" sldId="2147483689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3277623805" sldId="2147483690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4174646969" sldId="2147483691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1178439770" sldId="2147483692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2031458734" sldId="2147483693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852018623" sldId="2147483694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1596743783" sldId="2147483695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3339461126" sldId="2147483696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3040106987" sldId="2147483697"/>
          </pc:sldLayoutMkLst>
        </pc:sldLayoutChg>
        <pc:sldLayoutChg chg="add del">
          <pc:chgData name="Sujal Darji" userId="60d58892a1697365" providerId="LiveId" clId="{906FD465-4F1D-4762-949F-4FCD51B588BC}" dt="2025-11-23T17:17:33.621" v="23" actId="26606"/>
          <pc:sldLayoutMkLst>
            <pc:docMk/>
            <pc:sldMasterMk cId="2801547238" sldId="2147483699"/>
            <pc:sldLayoutMk cId="3190167237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35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48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62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4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7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4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07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1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6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4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44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C2709B-F607-4EB9-851A-629F86654DF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92C11B-C1C1-48E5-A419-CDE2EA1796A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53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C72B-6D8A-49C4-7A9C-1B606497C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7944" y="1239520"/>
            <a:ext cx="8622792" cy="264668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ZENKART CUSTOMER ANALYTICS 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Case Summary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F34CCC2-69F1-AC55-DA4B-EE929527E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81328" y="4398099"/>
            <a:ext cx="933602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Zenkart is facing issues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purchases, sales volatility, inconsistent customer behavior, and delivery delays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Use data to understand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going wrong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opportunities to improve customer experience and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81495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2489B-050A-3373-3338-68FF2E38B228}"/>
              </a:ext>
            </a:extLst>
          </p:cNvPr>
          <p:cNvSpPr txBox="1"/>
          <p:nvPr/>
        </p:nvSpPr>
        <p:spPr>
          <a:xfrm>
            <a:off x="2779776" y="82296"/>
            <a:ext cx="7424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3EF9E0-B965-6999-C8A1-85370D6D6580}"/>
              </a:ext>
            </a:extLst>
          </p:cNvPr>
          <p:cNvGrpSpPr/>
          <p:nvPr/>
        </p:nvGrpSpPr>
        <p:grpSpPr>
          <a:xfrm>
            <a:off x="4381744" y="1255503"/>
            <a:ext cx="7541769" cy="3633920"/>
            <a:chOff x="2560311" y="2029744"/>
            <a:chExt cx="8723393" cy="3825408"/>
          </a:xfrm>
        </p:grpSpPr>
        <p:pic>
          <p:nvPicPr>
            <p:cNvPr id="8" name="Picture 7" descr="A diagram of a bar graph&#10;&#10;AI-generated content may be incorrect.">
              <a:extLst>
                <a:ext uri="{FF2B5EF4-FFF2-40B4-BE49-F238E27FC236}">
                  <a16:creationId xmlns:a16="http://schemas.microsoft.com/office/drawing/2014/main" id="{7B3DAD52-88A9-160B-9C97-21D731279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0311" y="2029744"/>
              <a:ext cx="8723393" cy="359359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2FC47F-BED8-7566-D163-542343EC4253}"/>
                </a:ext>
              </a:extLst>
            </p:cNvPr>
            <p:cNvSpPr txBox="1"/>
            <p:nvPr/>
          </p:nvSpPr>
          <p:spPr>
            <a:xfrm>
              <a:off x="2723507" y="5485820"/>
              <a:ext cx="8440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Outliers capped using IQR method to stabilize segmentation and forecasting.</a:t>
              </a:r>
              <a:endPara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7EE945D4-C6E7-5E05-C9F7-AC8EFDC68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25" y="1371227"/>
            <a:ext cx="364514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Income &amp; DeliveryTime.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fill Rating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created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HasRated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capture real customer behavior.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capped outliers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CLV, DeliveryTime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IQR.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4CEB82-EEB0-A015-AEFE-D506D3182BFD}"/>
              </a:ext>
            </a:extLst>
          </p:cNvPr>
          <p:cNvGrpSpPr/>
          <p:nvPr/>
        </p:nvGrpSpPr>
        <p:grpSpPr>
          <a:xfrm>
            <a:off x="4408134" y="1251200"/>
            <a:ext cx="7639576" cy="3905070"/>
            <a:chOff x="4180170" y="1313364"/>
            <a:chExt cx="7639576" cy="39050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D18545-E962-3D2B-0712-DF147198F358}"/>
                </a:ext>
              </a:extLst>
            </p:cNvPr>
            <p:cNvSpPr txBox="1"/>
            <p:nvPr/>
          </p:nvSpPr>
          <p:spPr>
            <a:xfrm>
              <a:off x="5879460" y="4849102"/>
              <a:ext cx="4546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Several extreme values identified using IQR.</a:t>
              </a:r>
              <a:endPara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12" descr="A diagram of a bar graph&#10;&#10;AI-generated content may be incorrect.">
              <a:extLst>
                <a:ext uri="{FF2B5EF4-FFF2-40B4-BE49-F238E27FC236}">
                  <a16:creationId xmlns:a16="http://schemas.microsoft.com/office/drawing/2014/main" id="{E03AF6F3-BC54-9975-F8E6-2D7F15F4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0170" y="1313364"/>
              <a:ext cx="7639576" cy="3593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077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F94853-9798-3B25-9EAA-EA6132EB6FD1}"/>
              </a:ext>
            </a:extLst>
          </p:cNvPr>
          <p:cNvSpPr txBox="1"/>
          <p:nvPr/>
        </p:nvSpPr>
        <p:spPr>
          <a:xfrm>
            <a:off x="640080" y="1353312"/>
            <a:ext cx="37033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Monetary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AvgDeliveryTime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CityTier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selected to capture both purchasing behavior and customer demographics.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5D47F-0948-68EF-FE1D-6ABA7EF955C8}"/>
              </a:ext>
            </a:extLst>
          </p:cNvPr>
          <p:cNvSpPr txBox="1"/>
          <p:nvPr/>
        </p:nvSpPr>
        <p:spPr>
          <a:xfrm>
            <a:off x="1892808" y="89654"/>
            <a:ext cx="8513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(K-MEANS)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6F31F0-D9AA-6DE9-B64B-BBED2E3BCE2A}"/>
              </a:ext>
            </a:extLst>
          </p:cNvPr>
          <p:cNvGrpSpPr/>
          <p:nvPr/>
        </p:nvGrpSpPr>
        <p:grpSpPr>
          <a:xfrm>
            <a:off x="5615167" y="1087125"/>
            <a:ext cx="5303531" cy="4683749"/>
            <a:chOff x="5346186" y="892326"/>
            <a:chExt cx="5303531" cy="4683749"/>
          </a:xfrm>
        </p:grpSpPr>
        <p:pic>
          <p:nvPicPr>
            <p:cNvPr id="7" name="Picture 6" descr="A graph with a line&#10;&#10;AI-generated content may be incorrect.">
              <a:extLst>
                <a:ext uri="{FF2B5EF4-FFF2-40B4-BE49-F238E27FC236}">
                  <a16:creationId xmlns:a16="http://schemas.microsoft.com/office/drawing/2014/main" id="{46DEAA30-61D4-5A07-BC55-C4F5AE318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6186" y="892326"/>
              <a:ext cx="5303531" cy="416052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AEC304-FDEE-0A4F-C2A4-2801F78463F1}"/>
                </a:ext>
              </a:extLst>
            </p:cNvPr>
            <p:cNvSpPr txBox="1"/>
            <p:nvPr/>
          </p:nvSpPr>
          <p:spPr>
            <a:xfrm>
              <a:off x="5590032" y="5206743"/>
              <a:ext cx="49956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Elbow clearly indicates k = 4 as best 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 count.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57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40F02-5EA1-1BA9-A30F-B7F89BC423A6}"/>
              </a:ext>
            </a:extLst>
          </p:cNvPr>
          <p:cNvSpPr txBox="1"/>
          <p:nvPr/>
        </p:nvSpPr>
        <p:spPr>
          <a:xfrm>
            <a:off x="237744" y="62222"/>
            <a:ext cx="11954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INTERPRETATION &amp; KEY CUSTOMER PROFILES</a:t>
            </a:r>
            <a:endParaRPr lang="en-IN" sz="3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oup of blue bars&#10;&#10;AI-generated content may be incorrect.">
            <a:extLst>
              <a:ext uri="{FF2B5EF4-FFF2-40B4-BE49-F238E27FC236}">
                <a16:creationId xmlns:a16="http://schemas.microsoft.com/office/drawing/2014/main" id="{6C8ECC73-B7DE-0779-C51A-DF2A6274C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1" b="33498"/>
          <a:stretch>
            <a:fillRect/>
          </a:stretch>
        </p:blipFill>
        <p:spPr>
          <a:xfrm>
            <a:off x="6804446" y="1243584"/>
            <a:ext cx="5278700" cy="42062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AF24F8-FED7-C3DC-6FAB-3391F19F6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274243"/>
              </p:ext>
            </p:extLst>
          </p:nvPr>
        </p:nvGraphicFramePr>
        <p:xfrm>
          <a:off x="88631" y="1746504"/>
          <a:ext cx="6739129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9505">
                  <a:extLst>
                    <a:ext uri="{9D8B030D-6E8A-4147-A177-3AD203B41FA5}">
                      <a16:colId xmlns:a16="http://schemas.microsoft.com/office/drawing/2014/main" val="1321594229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901956088"/>
                    </a:ext>
                  </a:extLst>
                </a:gridCol>
                <a:gridCol w="3417048">
                  <a:extLst>
                    <a:ext uri="{9D8B030D-6E8A-4147-A177-3AD203B41FA5}">
                      <a16:colId xmlns:a16="http://schemas.microsoft.com/office/drawing/2014/main" val="2116546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 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Traits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72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Mid-Tier Loyal Customers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 regularly, stable spending, moderate income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663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Dormant / At-Risk Customers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Recency, low Frequency &amp; Monetary, highest churn risk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94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High-Value Customers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Income, highest CLV, strong long-term revenue contributors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01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Price-Sensitive / Slow-Delivery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income, fewer orders, longer delivery times impacting satisfaction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313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07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783BABB-86EE-A0F8-DC10-0CC6FD080831}"/>
              </a:ext>
            </a:extLst>
          </p:cNvPr>
          <p:cNvSpPr/>
          <p:nvPr/>
        </p:nvSpPr>
        <p:spPr>
          <a:xfrm>
            <a:off x="6377940" y="2416731"/>
            <a:ext cx="4640580" cy="17598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7B0962-E765-8D91-2D43-5CDFD57E636D}"/>
              </a:ext>
            </a:extLst>
          </p:cNvPr>
          <p:cNvSpPr/>
          <p:nvPr/>
        </p:nvSpPr>
        <p:spPr>
          <a:xfrm>
            <a:off x="953262" y="2416731"/>
            <a:ext cx="3705606" cy="17598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54989-A976-F57B-76D8-933E4BFF1F18}"/>
              </a:ext>
            </a:extLst>
          </p:cNvPr>
          <p:cNvSpPr txBox="1"/>
          <p:nvPr/>
        </p:nvSpPr>
        <p:spPr>
          <a:xfrm>
            <a:off x="1225296" y="65294"/>
            <a:ext cx="9893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PREDICTION (CLASSIFICATION MODEL)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AB113-D93D-282C-EAD0-94C23E6FAEFB}"/>
              </a:ext>
            </a:extLst>
          </p:cNvPr>
          <p:cNvSpPr txBox="1"/>
          <p:nvPr/>
        </p:nvSpPr>
        <p:spPr>
          <a:xfrm>
            <a:off x="3018282" y="4904274"/>
            <a:ext cx="59428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Drives Churn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long inactivity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few repeat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DeliveryTime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delivery experience issues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36944-B163-FB7A-A117-82E7060F7FC3}"/>
              </a:ext>
            </a:extLst>
          </p:cNvPr>
          <p:cNvSpPr txBox="1"/>
          <p:nvPr/>
        </p:nvSpPr>
        <p:spPr>
          <a:xfrm>
            <a:off x="2633472" y="888808"/>
            <a:ext cx="65288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 - Logistic Regression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customer-level behavioral + demographic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B4E54-0C2D-5558-DA67-3B2D4EE3351E}"/>
              </a:ext>
            </a:extLst>
          </p:cNvPr>
          <p:cNvSpPr txBox="1"/>
          <p:nvPr/>
        </p:nvSpPr>
        <p:spPr>
          <a:xfrm>
            <a:off x="3723894" y="1955066"/>
            <a:ext cx="4121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52FAF-4F02-5FC7-02FA-576DE120A7D5}"/>
              </a:ext>
            </a:extLst>
          </p:cNvPr>
          <p:cNvSpPr txBox="1"/>
          <p:nvPr/>
        </p:nvSpPr>
        <p:spPr>
          <a:xfrm>
            <a:off x="953262" y="2682770"/>
            <a:ext cx="3664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 (Imbalanced Data):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Recall: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fails to identify churners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90B5D4-4306-58F1-F280-AFD640B59937}"/>
              </a:ext>
            </a:extLst>
          </p:cNvPr>
          <p:cNvSpPr txBox="1"/>
          <p:nvPr/>
        </p:nvSpPr>
        <p:spPr>
          <a:xfrm>
            <a:off x="6377940" y="2682770"/>
            <a:ext cx="4640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Model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‘balanced’):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Recall: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now identifies majority of churners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31A9B-50D9-E99B-EFA6-601B68088902}"/>
              </a:ext>
            </a:extLst>
          </p:cNvPr>
          <p:cNvSpPr txBox="1"/>
          <p:nvPr/>
        </p:nvSpPr>
        <p:spPr>
          <a:xfrm>
            <a:off x="1305306" y="4176570"/>
            <a:ext cx="9566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is more important than accuracy because identifying churners helps prevent customer loss.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BC5979B-6662-CB45-9573-F18DDBDE48D0}"/>
              </a:ext>
            </a:extLst>
          </p:cNvPr>
          <p:cNvSpPr/>
          <p:nvPr/>
        </p:nvSpPr>
        <p:spPr>
          <a:xfrm>
            <a:off x="4754880" y="2898648"/>
            <a:ext cx="1527048" cy="646331"/>
          </a:xfrm>
          <a:prstGeom prst="rightArrow">
            <a:avLst/>
          </a:prstGeom>
          <a:solidFill>
            <a:srgbClr val="1A3A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E5C86C-9005-68EB-8E17-802AA71AD9B9}"/>
              </a:ext>
            </a:extLst>
          </p:cNvPr>
          <p:cNvSpPr/>
          <p:nvPr/>
        </p:nvSpPr>
        <p:spPr>
          <a:xfrm>
            <a:off x="6065520" y="965169"/>
            <a:ext cx="5346192" cy="6760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C47026-942E-CA67-8685-EC591C354E4E}"/>
              </a:ext>
            </a:extLst>
          </p:cNvPr>
          <p:cNvSpPr/>
          <p:nvPr/>
        </p:nvSpPr>
        <p:spPr>
          <a:xfrm>
            <a:off x="240792" y="1051560"/>
            <a:ext cx="5199888" cy="20665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368FE-7F63-1775-0EB3-2AFFB220104A}"/>
              </a:ext>
            </a:extLst>
          </p:cNvPr>
          <p:cNvSpPr txBox="1"/>
          <p:nvPr/>
        </p:nvSpPr>
        <p:spPr>
          <a:xfrm>
            <a:off x="1673352" y="98798"/>
            <a:ext cx="9518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FORECASTING (WEEKLY SALES)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0E823-B93A-E766-FAF6-7BA7A7FFA8C1}"/>
              </a:ext>
            </a:extLst>
          </p:cNvPr>
          <p:cNvSpPr txBox="1"/>
          <p:nvPr/>
        </p:nvSpPr>
        <p:spPr>
          <a:xfrm>
            <a:off x="240792" y="1119643"/>
            <a:ext cx="55656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Sales Preparation</a:t>
            </a:r>
          </a:p>
          <a:p>
            <a:pPr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daily transactions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total sales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weeks (forward fill)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Capped extreme weekly spikes (IQR method)</a:t>
            </a:r>
          </a:p>
          <a:p>
            <a:pPr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weekly series improves forecasting stability.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92817D-24EF-027B-AE79-2896FC615A93}"/>
              </a:ext>
            </a:extLst>
          </p:cNvPr>
          <p:cNvGrpSpPr/>
          <p:nvPr/>
        </p:nvGrpSpPr>
        <p:grpSpPr>
          <a:xfrm>
            <a:off x="1682486" y="3217314"/>
            <a:ext cx="8619764" cy="3398819"/>
            <a:chOff x="1682486" y="3214817"/>
            <a:chExt cx="8619764" cy="3398819"/>
          </a:xfrm>
        </p:grpSpPr>
        <p:pic>
          <p:nvPicPr>
            <p:cNvPr id="4" name="Picture 3" descr="A graph of a blue line&#10;&#10;AI-generated content may be incorrect.">
              <a:extLst>
                <a:ext uri="{FF2B5EF4-FFF2-40B4-BE49-F238E27FC236}">
                  <a16:creationId xmlns:a16="http://schemas.microsoft.com/office/drawing/2014/main" id="{24B4887E-5D67-3F13-E610-5DAEC0FFC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2486" y="3214817"/>
              <a:ext cx="8619764" cy="33988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FAECC2-A0DD-4770-3BDD-C34B67EC742F}"/>
                </a:ext>
              </a:extLst>
            </p:cNvPr>
            <p:cNvSpPr txBox="1"/>
            <p:nvPr/>
          </p:nvSpPr>
          <p:spPr>
            <a:xfrm>
              <a:off x="3595878" y="6244304"/>
              <a:ext cx="609447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i="1" dirty="0"/>
                <a:t>Stable 12-week forecast for planning &amp; inventory decisions</a:t>
              </a:r>
              <a:endParaRPr lang="en-IN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892A83F-6949-7428-DD90-5B3A54D72C17}"/>
              </a:ext>
            </a:extLst>
          </p:cNvPr>
          <p:cNvSpPr txBox="1"/>
          <p:nvPr/>
        </p:nvSpPr>
        <p:spPr>
          <a:xfrm>
            <a:off x="6065520" y="1829089"/>
            <a:ext cx="534619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Cleaning (MAPE Comparison)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Cleaning: 34.7% MAPE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Cleaning: 16.5% MAPE</a:t>
            </a:r>
          </a:p>
          <a:p>
            <a:pPr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missing values and outliers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halved the error.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F28ED-E93C-3B03-83E0-8DEB56F15C20}"/>
              </a:ext>
            </a:extLst>
          </p:cNvPr>
          <p:cNvSpPr txBox="1"/>
          <p:nvPr/>
        </p:nvSpPr>
        <p:spPr>
          <a:xfrm>
            <a:off x="6092952" y="965169"/>
            <a:ext cx="5199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12-Week Forecast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Exponential Smoothing (SES)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34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31EF7-A087-A6CC-DD39-A95B9BA6BD2C}"/>
              </a:ext>
            </a:extLst>
          </p:cNvPr>
          <p:cNvSpPr txBox="1"/>
          <p:nvPr/>
        </p:nvSpPr>
        <p:spPr>
          <a:xfrm>
            <a:off x="81462" y="605896"/>
            <a:ext cx="4050791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5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7A902-E7EB-1AF2-F818-20F39092CFDF}"/>
              </a:ext>
            </a:extLst>
          </p:cNvPr>
          <p:cNvSpPr txBox="1"/>
          <p:nvPr/>
        </p:nvSpPr>
        <p:spPr>
          <a:xfrm>
            <a:off x="4513664" y="64011"/>
            <a:ext cx="7355248" cy="6720837"/>
          </a:xfrm>
          <a:prstGeom prst="rect">
            <a:avLst/>
          </a:prstGeom>
        </p:spPr>
        <p:txBody>
          <a:bodyPr vert="horz" lIns="0" tIns="45720" rIns="0" bIns="45720" rtlCol="0" anchor="ctr">
            <a:normAutofit lnSpcReduction="10000"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AutoNum type="arabicPeriod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Performance (Operations)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especially on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3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(price-sensitive + longer delivery times)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AutoNum type="arabicPeriod"/>
            </a:pP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AutoNum type="arabicPeriod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 Retention Campaigns (Marketing)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1: Dormant / At-Risk Customers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inactivity &amp; bring back customers with high recency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Strengthen Loyalty for High-Value Customers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2: Premium High-Value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rewards, early access, and premium support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&amp; Demand Planning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12-week sales forecast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plan: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levels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Procurement cycles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builds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forecast reduces error by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improving planning accuracy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 Rating Participation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more customers to rate products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product feedback and personalization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6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E36BA-CB28-6DAA-7373-9747F273E3A3}"/>
              </a:ext>
            </a:extLst>
          </p:cNvPr>
          <p:cNvSpPr txBox="1"/>
          <p:nvPr/>
        </p:nvSpPr>
        <p:spPr>
          <a:xfrm>
            <a:off x="626536" y="1831594"/>
            <a:ext cx="3084844" cy="3417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-5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FINAL TAKEAWAY</a:t>
            </a:r>
            <a:endParaRPr lang="en-US" sz="3600" b="1" spc="-5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2A9B4-513A-68BD-7BE5-C862F04DF63D}"/>
              </a:ext>
            </a:extLst>
          </p:cNvPr>
          <p:cNvSpPr txBox="1"/>
          <p:nvPr/>
        </p:nvSpPr>
        <p:spPr>
          <a:xfrm>
            <a:off x="4432770" y="605896"/>
            <a:ext cx="7335558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transformed Zenkart’s data into actionable customer insights</a:t>
            </a: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clear customer segments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different needs and behaviors</a:t>
            </a: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churn model that improved recall from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12% → 76%</a:t>
            </a: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12-week sales forecast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better accuracy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cleaning</a:t>
            </a: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practical recommendations across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marketing, retention, operations, and planning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4154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137</TotalTime>
  <Words>571</Words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ZENKART CUSTOMER ANALYTICS  – Business Case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2025-11-23T11:44:29Z</dcterms:created>
  <dcterms:modified xsi:type="dcterms:W3CDTF">2025-11-23T19:34:20Z</dcterms:modified>
</cp:coreProperties>
</file>